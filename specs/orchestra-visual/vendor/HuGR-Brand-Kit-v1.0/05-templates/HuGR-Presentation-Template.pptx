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Inter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</a:rPr>
              <a:t>Second level</a:t>
            </a:r>
          </a:p>
          <a:p>
            <a:pPr lvl="2"/>
            <a:r>
              <a:rPr lang="en-US" smtClean="0">
                <a:latin typeface="Inter"/>
              </a:rPr>
              <a:t>Third level</a:t>
            </a:r>
          </a:p>
          <a:p>
            <a:pPr lvl="3"/>
            <a:r>
              <a:rPr lang="en-US" smtClean="0">
                <a:latin typeface="Inter"/>
              </a:rPr>
              <a:t>Fourth level</a:t>
            </a:r>
          </a:p>
          <a:p>
            <a:pPr lvl="4"/>
            <a:r>
              <a:rPr lang="en-US" smtClean="0"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GR — Human Guardr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011680" cy="5323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1792" y="1883664"/>
            <a:ext cx="438912" cy="54864"/>
          </a:xfrm>
          <a:prstGeom prst="rect">
            <a:avLst/>
          </a:prstGeom>
          <a:solidFill>
            <a:srgbClr val="126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49424"/>
            <a:ext cx="67665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0B1423"/>
                </a:solidFill>
                <a:latin typeface="Inter Display"/>
              </a:defRPr>
            </a:pPr>
            <a:r>
              <a:t>Título da</a:t>
            </a:r>
          </a:p>
          <a:p>
            <a:pPr>
              <a:spcAft>
                <a:spcPts val="800"/>
              </a:spcAft>
              <a:defRPr sz="4600" b="1">
                <a:solidFill>
                  <a:srgbClr val="0B1423"/>
                </a:solidFill>
                <a:latin typeface="Inter Display"/>
              </a:defRPr>
            </a:pPr>
            <a:r>
              <a:t>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517136"/>
            <a:ext cx="6400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47B"/>
                </a:solidFill>
                <a:latin typeface="Inter"/>
              </a:defRPr>
            </a:pPr>
            <a:r>
              <a:t>Subtítulo, contexto e público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669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47B"/>
                </a:solidFill>
                <a:latin typeface="Inter"/>
              </a:defRPr>
            </a:pPr>
            <a:r>
              <a:t>[Autor / equipe]  ·  [Data]</a:t>
            </a:r>
          </a:p>
        </p:txBody>
      </p:sp>
      <p:pic>
        <p:nvPicPr>
          <p:cNvPr id="7" name="Picture 6" descr="HuGR — Human Guardra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83664"/>
            <a:ext cx="3227832" cy="3227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1908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47B"/>
                </a:solidFill>
                <a:latin typeface="Inter"/>
              </a:defRPr>
            </a:pPr>
            <a:r>
              <a:t>HUMAN 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2647B"/>
                </a:solidFill>
                <a:latin typeface="Inte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GR — Human Guardr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011680" cy="5323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19202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69D2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807208"/>
            <a:ext cx="10515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Inter Display"/>
              </a:defRPr>
            </a:pPr>
            <a:r>
              <a:t>Título da seção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33087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B7C6DB"/>
                </a:solidFill>
                <a:latin typeface="Inter"/>
              </a:defRPr>
            </a:pPr>
            <a:r>
              <a:t>Uma frase para orientar a conversa.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6DB"/>
                </a:solidFill>
                <a:latin typeface="Inter"/>
              </a:defRPr>
            </a:pPr>
            <a:r>
              <a:t>HUMAN GUARDRAIL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B7C6DB"/>
                </a:solidFill>
                <a:latin typeface="Inte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GR — Human Guardr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554480" cy="4113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1335024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B1423"/>
                </a:solidFill>
                <a:latin typeface="Inter Display"/>
              </a:defRPr>
            </a:pPr>
            <a:r>
              <a:t>Título do conteúdo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2377440"/>
            <a:ext cx="5230368" cy="341985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0760" y="2377440"/>
            <a:ext cx="5468112" cy="3419856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B1423"/>
                </a:solidFill>
                <a:latin typeface="Inter"/>
              </a:defRPr>
            </a:pPr>
            <a: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337560"/>
            <a:ext cx="455371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47B"/>
                </a:solidFill>
                <a:latin typeface="Inter"/>
              </a:defRPr>
            </a:pPr>
            <a:r>
              <a:t>[Apresente o problema, a necessidade</a:t>
            </a:r>
          </a:p>
          <a:p>
            <a:pPr>
              <a:spcAft>
                <a:spcPts val="800"/>
              </a:spcAft>
              <a:defRPr sz="2000" b="0">
                <a:solidFill>
                  <a:srgbClr val="52647B"/>
                </a:solidFill>
                <a:latin typeface="Inter"/>
              </a:defRPr>
            </a:pPr>
            <a:r>
              <a:t>ou o cenário em poucas linhas.]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3368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B1423"/>
                </a:solidFill>
                <a:latin typeface="Inter"/>
              </a:defRPr>
            </a:pPr>
            <a:r>
              <a:t>Proposta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3337560"/>
            <a:ext cx="464515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52647B"/>
                </a:solidFill>
                <a:latin typeface="Inter"/>
              </a:defRPr>
            </a:pPr>
            <a:r>
              <a:t>[Explique a decisão e o valor para</a:t>
            </a:r>
          </a:p>
          <a:p>
            <a:pPr>
              <a:spcAft>
                <a:spcPts val="800"/>
              </a:spcAft>
              <a:defRPr sz="2000" b="0">
                <a:solidFill>
                  <a:srgbClr val="52647B"/>
                </a:solidFill>
                <a:latin typeface="Inter"/>
              </a:defRPr>
            </a:pPr>
            <a:r>
              <a:t>as pessoas que usarão a solução.]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1908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47B"/>
                </a:solidFill>
                <a:latin typeface="Inter"/>
              </a:defRPr>
            </a:pPr>
            <a:r>
              <a:t>HUMAN GUARDRAIL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2647B"/>
                </a:solidFill>
                <a:latin typeface="Inter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GR — Human Guardr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554480" cy="4113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1280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B1423"/>
                </a:solidFill>
                <a:latin typeface="Inter Display"/>
              </a:defRPr>
            </a:pPr>
            <a:r>
              <a:t>Produto em contexto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13432"/>
            <a:ext cx="7040880" cy="3639312"/>
          </a:xfrm>
          <a:prstGeom prst="roundRect">
            <a:avLst/>
          </a:prstGeom>
          <a:solidFill>
            <a:srgbClr val="F5F9FF"/>
          </a:solidFill>
          <a:ln w="9525">
            <a:solidFill>
              <a:srgbClr val="D4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767328"/>
            <a:ext cx="6492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52647B"/>
                </a:solidFill>
                <a:latin typeface="Inter"/>
              </a:defRPr>
            </a:pPr>
            <a:r>
              <a:t>Insira imagem ou captura de tela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74736" y="2478024"/>
            <a:ext cx="334670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0B1423"/>
                </a:solidFill>
                <a:latin typeface="Inter"/>
              </a:defRPr>
            </a:pPr>
            <a:r>
              <a:t>O que observar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3024" y="3310128"/>
            <a:ext cx="334670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2647B"/>
                </a:solidFill>
                <a:latin typeface="Inter"/>
              </a:defRPr>
            </a:pPr>
            <a:r>
              <a:t>[Comportamento]</a:t>
            </a:r>
          </a:p>
          <a:p>
            <a:pPr>
              <a:spcAft>
                <a:spcPts val="800"/>
              </a:spcAft>
              <a:defRPr sz="1900" b="0">
                <a:solidFill>
                  <a:srgbClr val="52647B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52647B"/>
                </a:solidFill>
                <a:latin typeface="Inter"/>
              </a:defRPr>
            </a:pPr>
            <a:r>
              <a:t>[Benefício]</a:t>
            </a:r>
          </a:p>
          <a:p>
            <a:pPr>
              <a:spcAft>
                <a:spcPts val="800"/>
              </a:spcAft>
              <a:defRPr sz="1900" b="0">
                <a:solidFill>
                  <a:srgbClr val="52647B"/>
                </a:solidFill>
                <a:latin typeface="Inter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52647B"/>
                </a:solidFill>
                <a:latin typeface="Inter"/>
              </a:defRPr>
            </a:pPr>
            <a:r>
              <a:t>[Evidência]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1908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47B"/>
                </a:solidFill>
                <a:latin typeface="Inter"/>
              </a:defRPr>
            </a:pPr>
            <a:r>
              <a:t>HUMAN 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2647B"/>
                </a:solidFill>
                <a:latin typeface="Inter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GR — Human Guardr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554480" cy="4113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" y="12801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B1423"/>
                </a:solidFill>
                <a:latin typeface="Inter Display"/>
              </a:defRPr>
            </a:pPr>
            <a:r>
              <a:t>Resultados e evidências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87168"/>
            <a:ext cx="3355848" cy="2487168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816352"/>
            <a:ext cx="2834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1266F6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776472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B1423"/>
                </a:solidFill>
                <a:latin typeface="Inter"/>
              </a:defRPr>
            </a:pPr>
            <a:r>
              <a:t>[Métrica / unidade]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42793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47B"/>
                </a:solidFill>
                <a:latin typeface="Inter"/>
              </a:defRPr>
            </a:pPr>
            <a:r>
              <a:t>[Período / população]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6552" y="2487168"/>
            <a:ext cx="3355848" cy="2487168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816352"/>
            <a:ext cx="2834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1266F6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3776472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B1423"/>
                </a:solidFill>
                <a:latin typeface="Inter"/>
              </a:defRPr>
            </a:pPr>
            <a:r>
              <a:t>[Métrica / unidade]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42793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47B"/>
                </a:solidFill>
                <a:latin typeface="Inter"/>
              </a:defRPr>
            </a:pPr>
            <a:r>
              <a:t>[Período / população]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2487168"/>
            <a:ext cx="3355848" cy="2487168"/>
          </a:xfrm>
          <a:prstGeom prst="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816352"/>
            <a:ext cx="283464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1266F6"/>
                </a:solidFill>
                <a:latin typeface="Inter"/>
              </a:defRPr>
            </a:pPr>
            <a:r>
              <a:t>[Valor]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3776472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B1423"/>
                </a:solidFill>
                <a:latin typeface="Inter"/>
              </a:defRPr>
            </a:pPr>
            <a:r>
              <a:t>[Métrica / unidade]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42793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647B"/>
                </a:solidFill>
                <a:latin typeface="Inter"/>
              </a:defRPr>
            </a:pPr>
            <a:r>
              <a:t>[Período / população]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541324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2647B"/>
                </a:solidFill>
                <a:latin typeface="Inter"/>
              </a:defRPr>
            </a:pPr>
            <a:r>
              <a:t>Fonte e método: [inclua a referência e as limitações da medição].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1908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47B"/>
                </a:solidFill>
                <a:latin typeface="Inter"/>
              </a:defRPr>
            </a:pPr>
            <a:r>
              <a:t>HUMAN 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2647B"/>
                </a:solidFill>
                <a:latin typeface="Inter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GR — Human Guardrai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2011680" cy="5323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76272"/>
            <a:ext cx="82296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Inter Display"/>
              </a:defRPr>
            </a:pPr>
            <a: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483864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B7C6DB"/>
                </a:solidFill>
                <a:latin typeface="Inter"/>
              </a:defRPr>
            </a:pPr>
            <a:r>
              <a:t>[Decisão ou ação desejada]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5266944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9D2FF"/>
                </a:solidFill>
                <a:latin typeface="Inter"/>
              </a:defRPr>
            </a:pPr>
            <a:r>
              <a:t>[Contato / endereço público]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1908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6DB"/>
                </a:solidFill>
                <a:latin typeface="Inter"/>
              </a:defRPr>
            </a:pPr>
            <a:r>
              <a:t>HUMAN GUARDRAIL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B7C6DB"/>
                </a:solidFill>
                <a:latin typeface="Inter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HuGR — Templates de apresentação</dc:title>
  <dc:subject>Layouts editáveis de identidade</dc:subject>
  <dc:creator>HuGR</dc:creator>
  <cp:keywords>HuGR, Human Guardrail, brand kit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